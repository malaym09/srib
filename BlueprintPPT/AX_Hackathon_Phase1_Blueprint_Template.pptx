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3" r:id="rId8"/>
    <p:sldId id="262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B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288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14399" y="3246119"/>
            <a:ext cx="4128655" cy="252291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993925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B8E"/>
          </a:solidFill>
          <a:ln>
            <a:solidFill>
              <a:srgbClr val="0B5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Team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77724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57D0"/>
                </a:solidFill>
              </a:defRPr>
            </a:pPr>
            <a:r>
              <a:rPr dirty="0"/>
              <a:t>Team Name</a:t>
            </a:r>
            <a:endParaRPr lang="en-IN" dirty="0"/>
          </a:p>
          <a:p>
            <a:pPr>
              <a:defRPr sz="1800" b="1">
                <a:solidFill>
                  <a:srgbClr val="0B57D0"/>
                </a:solidFill>
              </a:defRPr>
            </a:pPr>
            <a:endParaRPr dirty="0"/>
          </a:p>
          <a:p>
            <a:pPr>
              <a:defRPr sz="1600" i="1">
                <a:solidFill>
                  <a:srgbClr val="646464"/>
                </a:solidFill>
              </a:defRPr>
            </a:pPr>
            <a:r>
              <a:rPr dirty="0"/>
              <a:t>Enter your team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39"/>
            <a:ext cx="3591098" cy="2593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57D0"/>
                </a:solidFill>
              </a:defRPr>
            </a:pPr>
            <a:r>
              <a:rPr dirty="0"/>
              <a:t>Team Member</a:t>
            </a:r>
            <a:r>
              <a:rPr lang="en-IN" dirty="0"/>
              <a:t> 1</a:t>
            </a:r>
          </a:p>
          <a:p>
            <a:pPr>
              <a:lnSpc>
                <a:spcPct val="150000"/>
              </a:lnSpc>
              <a:defRPr sz="1800" b="1">
                <a:solidFill>
                  <a:srgbClr val="0B57D0"/>
                </a:solidFill>
              </a:defRPr>
            </a:pPr>
            <a:endParaRPr dirty="0"/>
          </a:p>
          <a:p>
            <a:pPr>
              <a:lnSpc>
                <a:spcPct val="150000"/>
              </a:lnSpc>
              <a:defRPr sz="1600" i="1">
                <a:solidFill>
                  <a:srgbClr val="646464"/>
                </a:solidFill>
              </a:defRPr>
            </a:pPr>
            <a:r>
              <a:rPr dirty="0"/>
              <a:t>Name</a:t>
            </a:r>
            <a:r>
              <a:rPr lang="en-IN" dirty="0"/>
              <a:t> - </a:t>
            </a:r>
          </a:p>
          <a:p>
            <a:pPr>
              <a:lnSpc>
                <a:spcPct val="150000"/>
              </a:lnSpc>
              <a:defRPr sz="1600" i="1">
                <a:solidFill>
                  <a:srgbClr val="646464"/>
                </a:solidFill>
              </a:defRPr>
            </a:pPr>
            <a:r>
              <a:rPr dirty="0"/>
              <a:t>College</a:t>
            </a:r>
            <a:r>
              <a:rPr lang="en-IN" dirty="0"/>
              <a:t> – </a:t>
            </a:r>
          </a:p>
          <a:p>
            <a:pPr>
              <a:lnSpc>
                <a:spcPct val="150000"/>
              </a:lnSpc>
              <a:defRPr sz="1600" i="1">
                <a:solidFill>
                  <a:srgbClr val="646464"/>
                </a:solidFill>
              </a:defRPr>
            </a:pPr>
            <a:r>
              <a:rPr lang="en-IN" dirty="0"/>
              <a:t>Email Id –</a:t>
            </a:r>
          </a:p>
          <a:p>
            <a:pPr>
              <a:lnSpc>
                <a:spcPct val="150000"/>
              </a:lnSpc>
              <a:defRPr sz="1600" i="1">
                <a:solidFill>
                  <a:srgbClr val="646464"/>
                </a:solidFill>
              </a:defRPr>
            </a:pPr>
            <a:r>
              <a:rPr lang="en-IN" dirty="0"/>
              <a:t>Dept – </a:t>
            </a:r>
          </a:p>
          <a:p>
            <a:pPr>
              <a:lnSpc>
                <a:spcPct val="150000"/>
              </a:lnSpc>
              <a:defRPr sz="1600" i="1">
                <a:solidFill>
                  <a:srgbClr val="646464"/>
                </a:solidFill>
              </a:defRPr>
            </a:pPr>
            <a:r>
              <a:rPr dirty="0"/>
              <a:t>Year</a:t>
            </a:r>
            <a:r>
              <a:rPr lang="en-IN" dirty="0"/>
              <a:t> –</a:t>
            </a:r>
            <a:r>
              <a:rPr dirty="0"/>
              <a:t> </a:t>
            </a:r>
            <a:endParaRPr lang="en-IN" dirty="0"/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17877672-196A-489B-8563-E05E972D8FE6}"/>
              </a:ext>
            </a:extLst>
          </p:cNvPr>
          <p:cNvSpPr/>
          <p:nvPr/>
        </p:nvSpPr>
        <p:spPr>
          <a:xfrm>
            <a:off x="6724995" y="3236420"/>
            <a:ext cx="4128655" cy="252291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A81CAB-0030-4A0C-BD63-DF042B4CC6D8}"/>
              </a:ext>
            </a:extLst>
          </p:cNvPr>
          <p:cNvSpPr txBox="1"/>
          <p:nvPr/>
        </p:nvSpPr>
        <p:spPr>
          <a:xfrm>
            <a:off x="6724996" y="2824940"/>
            <a:ext cx="3591098" cy="2593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57D0"/>
                </a:solidFill>
              </a:defRPr>
            </a:pPr>
            <a:r>
              <a:rPr dirty="0"/>
              <a:t>Team Member</a:t>
            </a:r>
            <a:r>
              <a:rPr lang="en-IN" dirty="0"/>
              <a:t> 2</a:t>
            </a:r>
          </a:p>
          <a:p>
            <a:pPr>
              <a:lnSpc>
                <a:spcPct val="150000"/>
              </a:lnSpc>
              <a:defRPr sz="1800" b="1">
                <a:solidFill>
                  <a:srgbClr val="0B57D0"/>
                </a:solidFill>
              </a:defRPr>
            </a:pPr>
            <a:endParaRPr dirty="0"/>
          </a:p>
          <a:p>
            <a:pPr>
              <a:lnSpc>
                <a:spcPct val="150000"/>
              </a:lnSpc>
              <a:defRPr sz="1600" i="1">
                <a:solidFill>
                  <a:srgbClr val="646464"/>
                </a:solidFill>
              </a:defRPr>
            </a:pPr>
            <a:r>
              <a:rPr dirty="0"/>
              <a:t>Name</a:t>
            </a:r>
            <a:r>
              <a:rPr lang="en-IN" dirty="0"/>
              <a:t> - </a:t>
            </a:r>
          </a:p>
          <a:p>
            <a:pPr>
              <a:lnSpc>
                <a:spcPct val="150000"/>
              </a:lnSpc>
              <a:defRPr sz="1600" i="1">
                <a:solidFill>
                  <a:srgbClr val="646464"/>
                </a:solidFill>
              </a:defRPr>
            </a:pPr>
            <a:r>
              <a:rPr dirty="0"/>
              <a:t>College</a:t>
            </a:r>
            <a:r>
              <a:rPr lang="en-IN" dirty="0"/>
              <a:t> – </a:t>
            </a:r>
          </a:p>
          <a:p>
            <a:pPr>
              <a:lnSpc>
                <a:spcPct val="150000"/>
              </a:lnSpc>
              <a:defRPr sz="1600" i="1">
                <a:solidFill>
                  <a:srgbClr val="646464"/>
                </a:solidFill>
              </a:defRPr>
            </a:pPr>
            <a:r>
              <a:rPr lang="en-IN" dirty="0"/>
              <a:t>Email Id –</a:t>
            </a:r>
          </a:p>
          <a:p>
            <a:pPr>
              <a:lnSpc>
                <a:spcPct val="150000"/>
              </a:lnSpc>
              <a:defRPr sz="1600" i="1">
                <a:solidFill>
                  <a:srgbClr val="646464"/>
                </a:solidFill>
              </a:defRPr>
            </a:pPr>
            <a:r>
              <a:rPr lang="en-IN" dirty="0"/>
              <a:t>Dept – </a:t>
            </a:r>
          </a:p>
          <a:p>
            <a:pPr>
              <a:lnSpc>
                <a:spcPct val="150000"/>
              </a:lnSpc>
              <a:defRPr sz="1600" i="1">
                <a:solidFill>
                  <a:srgbClr val="646464"/>
                </a:solidFill>
              </a:defRPr>
            </a:pPr>
            <a:r>
              <a:rPr dirty="0"/>
              <a:t>Year</a:t>
            </a:r>
            <a:r>
              <a:rPr lang="en-IN" dirty="0"/>
              <a:t> –</a:t>
            </a:r>
            <a:r>
              <a:rPr dirty="0"/>
              <a:t> 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14400" y="3246118"/>
            <a:ext cx="10360024" cy="249275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1" y="1463039"/>
            <a:ext cx="10360023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B8E"/>
          </a:solidFill>
          <a:ln>
            <a:solidFill>
              <a:srgbClr val="0B5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2" y="1051559"/>
            <a:ext cx="1036002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57D0"/>
                </a:solidFill>
              </a:defRPr>
            </a:pPr>
            <a:r>
              <a:rPr dirty="0"/>
              <a:t>Selected Problem</a:t>
            </a:r>
            <a:endParaRPr lang="en-IN" dirty="0"/>
          </a:p>
          <a:p>
            <a:pPr>
              <a:defRPr sz="1800" b="1">
                <a:solidFill>
                  <a:srgbClr val="0B57D0"/>
                </a:solidFill>
              </a:defRPr>
            </a:pPr>
            <a:endParaRPr dirty="0"/>
          </a:p>
          <a:p>
            <a:pPr>
              <a:defRPr sz="1600" i="1">
                <a:solidFill>
                  <a:srgbClr val="646464"/>
                </a:solidFill>
              </a:defRPr>
            </a:pPr>
            <a:r>
              <a:rPr dirty="0"/>
              <a:t>Mention the </a:t>
            </a:r>
            <a:r>
              <a:rPr lang="en-IN" dirty="0"/>
              <a:t>name of the </a:t>
            </a:r>
            <a:r>
              <a:rPr dirty="0"/>
              <a:t>problem statement selected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399" y="2834639"/>
            <a:ext cx="10360025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57D0"/>
                </a:solidFill>
              </a:defRPr>
            </a:pPr>
            <a:r>
              <a:rPr dirty="0"/>
              <a:t>Problem Understanding</a:t>
            </a:r>
            <a:endParaRPr lang="en-IN" dirty="0"/>
          </a:p>
          <a:p>
            <a:pPr>
              <a:defRPr sz="1800" b="1">
                <a:solidFill>
                  <a:srgbClr val="0B57D0"/>
                </a:solidFill>
              </a:defRPr>
            </a:pPr>
            <a:endParaRPr dirty="0"/>
          </a:p>
          <a:p>
            <a:pPr>
              <a:defRPr sz="1600" i="1">
                <a:solidFill>
                  <a:srgbClr val="646464"/>
                </a:solidFill>
              </a:defRPr>
            </a:pPr>
            <a:r>
              <a:rPr dirty="0"/>
              <a:t>Describe the challenge and why it matters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B8E"/>
          </a:solidFill>
          <a:ln>
            <a:solidFill>
              <a:srgbClr val="0B5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Proposed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B8E"/>
          </a:solidFill>
          <a:ln>
            <a:solidFill>
              <a:srgbClr val="0B5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Proposed Solution</a:t>
            </a:r>
            <a:r>
              <a:rPr lang="en-IN" sz="2800" b="1" dirty="0">
                <a:solidFill>
                  <a:srgbClr val="FFFFFF"/>
                </a:solidFill>
              </a:rPr>
              <a:t> – Technical Details (Add more slides if required)</a:t>
            </a:r>
            <a:endParaRPr sz="28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901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B8E"/>
          </a:solidFill>
          <a:ln>
            <a:solidFill>
              <a:srgbClr val="0B5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Novelty &amp; Innovation</a:t>
            </a:r>
            <a:r>
              <a:rPr lang="en-IN" sz="2800" b="1" dirty="0">
                <a:solidFill>
                  <a:srgbClr val="FFFFFF"/>
                </a:solidFill>
              </a:rPr>
              <a:t> of your solution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002" y="953192"/>
            <a:ext cx="118650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57D0"/>
                </a:solidFill>
              </a:defRPr>
            </a:pPr>
            <a:r>
              <a:rPr dirty="0"/>
              <a:t>What makes your solution unique?</a:t>
            </a:r>
            <a:r>
              <a:rPr lang="en-IN" dirty="0"/>
              <a:t> (highlight novelty, unique value proposition, impact of your solution,  pain points addressed)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B8E"/>
          </a:solidFill>
          <a:ln>
            <a:solidFill>
              <a:srgbClr val="0B5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IN" sz="2800" b="1" dirty="0">
                <a:solidFill>
                  <a:srgbClr val="FFFFFF"/>
                </a:solidFill>
              </a:rPr>
              <a:t>Open Datasets to be used / published</a:t>
            </a:r>
            <a:endParaRPr sz="28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B8E"/>
          </a:solidFill>
          <a:ln>
            <a:solidFill>
              <a:srgbClr val="0B5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IN" sz="2800" b="1" dirty="0">
                <a:solidFill>
                  <a:srgbClr val="FFFFFF"/>
                </a:solidFill>
              </a:rPr>
              <a:t>Open Models to be used / developed / trained / fine-tuned</a:t>
            </a:r>
            <a:endParaRPr sz="28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9793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B8E"/>
          </a:solidFill>
          <a:ln>
            <a:solidFill>
              <a:srgbClr val="0B5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AI/</a:t>
            </a:r>
            <a:r>
              <a:rPr sz="2800" b="1" dirty="0" err="1">
                <a:solidFill>
                  <a:srgbClr val="FFFFFF"/>
                </a:solidFill>
              </a:rPr>
              <a:t>GenAI</a:t>
            </a:r>
            <a:r>
              <a:rPr sz="2800" b="1" dirty="0">
                <a:solidFill>
                  <a:srgbClr val="FFFFFF"/>
                </a:solidFill>
              </a:rPr>
              <a:t>/Agentic </a:t>
            </a:r>
            <a:r>
              <a:rPr lang="en-IN" sz="2800" b="1" dirty="0">
                <a:solidFill>
                  <a:srgbClr val="FFFFFF"/>
                </a:solidFill>
              </a:rPr>
              <a:t>tools used/developed (Add more slides if required)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54654B-7908-41B0-92B7-940045A63731}"/>
              </a:ext>
            </a:extLst>
          </p:cNvPr>
          <p:cNvSpPr txBox="1"/>
          <p:nvPr/>
        </p:nvSpPr>
        <p:spPr>
          <a:xfrm>
            <a:off x="133003" y="953192"/>
            <a:ext cx="10360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57D0"/>
                </a:solidFill>
              </a:defRPr>
            </a:pPr>
            <a:r>
              <a:rPr lang="en-IN" dirty="0"/>
              <a:t>Highlight the best practices you uncovered</a:t>
            </a:r>
          </a:p>
        </p:txBody>
      </p:sp>
    </p:spTree>
    <p:extLst>
      <p:ext uri="{BB962C8B-B14F-4D97-AF65-F5344CB8AC3E}">
        <p14:creationId xmlns:p14="http://schemas.microsoft.com/office/powerpoint/2010/main" val="1807807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140</Words>
  <Application>Microsoft Office PowerPoint</Application>
  <PresentationFormat>Custom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Ankit Mahato/Advanced Technology Lab (ATL) /SRI-Bangalore/Staff Engineer/Samsung Electronics</cp:lastModifiedBy>
  <cp:revision>5</cp:revision>
  <dcterms:created xsi:type="dcterms:W3CDTF">2013-01-27T09:14:16Z</dcterms:created>
  <dcterms:modified xsi:type="dcterms:W3CDTF">2026-04-14T16:36:36Z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